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6.svg" ContentType="image/svg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4" r:id="rId5"/>
    <p:sldId id="261" r:id="rId6"/>
    <p:sldId id="263" r:id="rId7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2640B-C8FA-7C50-ACD9-7175DA9A4C76}" v="5" dt="2025-11-04T12:36:21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B85A183A-5B2A-4137-503F-0F8155997D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312B11C-88CF-DCF3-02F6-AB89E403A2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44DE3-9293-4C54-AA79-6F2F7033D369}" type="datetime4">
              <a:rPr lang="cs-CZ" smtClean="0"/>
              <a:t>18. února 2026</a:t>
            </a:fld>
            <a:endParaRPr lang="sk-SK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61B65AF-957D-9D78-1281-0ECE38267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k-SK"/>
              <a:t>Název projektu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16B07C6-09D5-7ABF-76E5-1A9EC46625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D405F-222E-408A-B3CA-FB340CE69EB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2506927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834E8-83BF-4A55-82E1-99F2169D1EFD}" type="datetime4">
              <a:rPr lang="cs-CZ" smtClean="0"/>
              <a:t>18. února 2026</a:t>
            </a:fld>
            <a:endParaRPr lang="sk-SK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sk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sk-SK"/>
              <a:t>Název projektu</a:t>
            </a: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000EB-6782-4E34-8250-18681FFA50DC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264683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F99186A4-E30A-02A1-DC7E-7CCA56B1A2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BB1FB448-D71E-A22D-C325-45DDA6AE9F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20" y="1122363"/>
            <a:ext cx="10317480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0" name="Podnadpis 2">
            <a:extLst>
              <a:ext uri="{FF2B5EF4-FFF2-40B4-BE49-F238E27FC236}">
                <a16:creationId xmlns:a16="http://schemas.microsoft.com/office/drawing/2014/main" id="{66888E86-22E5-1BCE-E3AD-038D5ECA3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02038"/>
            <a:ext cx="1031748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15" name="Grafický objekt 14">
            <a:extLst>
              <a:ext uri="{FF2B5EF4-FFF2-40B4-BE49-F238E27FC236}">
                <a16:creationId xmlns:a16="http://schemas.microsoft.com/office/drawing/2014/main" id="{F2308290-C3B6-21BC-EEF4-5C48D729AFD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996" y="6219948"/>
            <a:ext cx="3300984" cy="464845"/>
          </a:xfrm>
          <a:prstGeom prst="rect">
            <a:avLst/>
          </a:prstGeom>
        </p:spPr>
      </p:pic>
      <p:pic>
        <p:nvPicPr>
          <p:cNvPr id="5" name="Obrázek 4" descr="Obsah obrázku skica, kruh, Grafika, kresba&#10;&#10;Popis byl vytvořen automaticky">
            <a:extLst>
              <a:ext uri="{FF2B5EF4-FFF2-40B4-BE49-F238E27FC236}">
                <a16:creationId xmlns:a16="http://schemas.microsoft.com/office/drawing/2014/main" id="{6FEDDE02-D0A7-AE75-7243-17A19DD6EF6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550" y="3204114"/>
            <a:ext cx="5579671" cy="3111044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5515FF2B-537E-4536-9CAE-40D6ACC82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66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>
            <a:extLst>
              <a:ext uri="{FF2B5EF4-FFF2-40B4-BE49-F238E27FC236}">
                <a16:creationId xmlns:a16="http://schemas.microsoft.com/office/drawing/2014/main" id="{D7397FCE-428A-671B-786E-017D301267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E4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BB1FB448-D71E-A22D-C325-45DDA6AE9F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20" y="1122363"/>
            <a:ext cx="10317480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0" name="Podnadpis 2">
            <a:extLst>
              <a:ext uri="{FF2B5EF4-FFF2-40B4-BE49-F238E27FC236}">
                <a16:creationId xmlns:a16="http://schemas.microsoft.com/office/drawing/2014/main" id="{66888E86-22E5-1BCE-E3AD-038D5ECA3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02038"/>
            <a:ext cx="1031748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869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EE2C9F2B-6E8E-1F55-873D-90F549AE34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78" y="6213082"/>
            <a:ext cx="3349752" cy="471712"/>
          </a:xfrm>
          <a:prstGeom prst="rect">
            <a:avLst/>
          </a:prstGeom>
        </p:spPr>
      </p:pic>
      <p:pic>
        <p:nvPicPr>
          <p:cNvPr id="16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9790985C-3BE3-6A50-0D5D-760EEBF73EE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550" y="3204114"/>
            <a:ext cx="5580172" cy="311104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3A7E9981-0ACC-627E-8D43-EB6EA25B417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4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0D8638-F42D-519E-610B-0A796629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2308859"/>
            <a:ext cx="11003280" cy="3868103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sk-SK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384C6B8-E188-BC40-3819-4FC89DBE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003EAC1C-66B3-480B-A71A-24F3B9FDE939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8A28AD-1683-F16D-2D40-018C2D1E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1236463-0FBA-D3F8-B10D-60FE32B7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85D42B11-C162-EEE8-0B0F-A6F85BE4B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12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6A6F249D-B4E0-D8DD-908F-539FEC8EDD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89823A66-257F-8857-2E15-B73505DFE65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4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0D8638-F42D-519E-610B-0A796629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2308859"/>
            <a:ext cx="11003280" cy="3868103"/>
          </a:xfrm>
        </p:spPr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sk-SK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384C6B8-E188-BC40-3819-4FC89DBE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AD5F65C8-29CE-43FB-BA61-E6BF48A0D167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8A28AD-1683-F16D-2D40-018C2D1E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1236463-0FBA-D3F8-B10D-60FE32B7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85D42B11-C162-EEE8-0B0F-A6F85BE4B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3A4B60AA-2E5C-F0B9-5FFA-9BD2FEB55A2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8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ázek 10">
            <a:extLst>
              <a:ext uri="{FF2B5EF4-FFF2-40B4-BE49-F238E27FC236}">
                <a16:creationId xmlns:a16="http://schemas.microsoft.com/office/drawing/2014/main" id="{AC1AA14F-ECCF-1324-423D-9067AF15F13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231" y="164307"/>
            <a:ext cx="3862369" cy="794402"/>
          </a:xfrm>
          <a:prstGeom prst="rect">
            <a:avLst/>
          </a:prstGeom>
        </p:spPr>
      </p:pic>
      <p:sp>
        <p:nvSpPr>
          <p:cNvPr id="8" name="Obdélník 7">
            <a:extLst>
              <a:ext uri="{FF2B5EF4-FFF2-40B4-BE49-F238E27FC236}">
                <a16:creationId xmlns:a16="http://schemas.microsoft.com/office/drawing/2014/main" id="{A7452CEA-2582-14D3-825E-6AF766492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B6DD221-7F4C-4D19-FF98-F6E66B03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1EEB5BF6-7292-471B-9790-C4EA42E1D3AA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6675A59-1841-B8F6-C919-8A8CEFFB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C89B3F2-615E-4F40-AC9F-E41FA499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13" name="Nadpis 1">
            <a:extLst>
              <a:ext uri="{FF2B5EF4-FFF2-40B4-BE49-F238E27FC236}">
                <a16:creationId xmlns:a16="http://schemas.microsoft.com/office/drawing/2014/main" id="{EE029DC5-42FF-EB0D-A618-904AC1D05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7" name="Zástupný obsah 2">
            <a:extLst>
              <a:ext uri="{FF2B5EF4-FFF2-40B4-BE49-F238E27FC236}">
                <a16:creationId xmlns:a16="http://schemas.microsoft.com/office/drawing/2014/main" id="{5B0DA878-FD5C-8936-50E2-9F0D9712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18" name="Zástupný obsah 3">
            <a:extLst>
              <a:ext uri="{FF2B5EF4-FFF2-40B4-BE49-F238E27FC236}">
                <a16:creationId xmlns:a16="http://schemas.microsoft.com/office/drawing/2014/main" id="{FF7C2F41-5440-BEEC-10A3-2CA41A4ED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800" y="2276476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F635764-8084-1DF8-3B06-BF4DCA330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7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B6DD221-7F4C-4D19-FF98-F6E66B03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9EB57795-691F-460D-B559-405A8DF63CA4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6675A59-1841-B8F6-C919-8A8CEFFB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C89B3F2-615E-4F40-AC9F-E41FA499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13" name="Nadpis 1">
            <a:extLst>
              <a:ext uri="{FF2B5EF4-FFF2-40B4-BE49-F238E27FC236}">
                <a16:creationId xmlns:a16="http://schemas.microsoft.com/office/drawing/2014/main" id="{EE029DC5-42FF-EB0D-A618-904AC1D05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sp>
        <p:nvSpPr>
          <p:cNvPr id="17" name="Zástupný obsah 2">
            <a:extLst>
              <a:ext uri="{FF2B5EF4-FFF2-40B4-BE49-F238E27FC236}">
                <a16:creationId xmlns:a16="http://schemas.microsoft.com/office/drawing/2014/main" id="{5B0DA878-FD5C-8936-50E2-9F0D9712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obsah 3">
            <a:extLst>
              <a:ext uri="{FF2B5EF4-FFF2-40B4-BE49-F238E27FC236}">
                <a16:creationId xmlns:a16="http://schemas.microsoft.com/office/drawing/2014/main" id="{FF7C2F41-5440-BEEC-10A3-2CA41A4ED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3800" y="2276475"/>
            <a:ext cx="5400000" cy="39004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B96B3EA-07C9-8F5D-92E6-8309A576035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2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nom nadpis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93FF911-3100-5729-35C9-AC8B4CC2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AA47FD9C-8CD7-4567-9AFD-4B8AAAD4051F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1C2593E-AFE6-F4BE-3F94-299A7C93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D8FE656-0665-3CDD-7DB1-371763BF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DD172CCD-45F6-9F93-1BC4-94C139E61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10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BBDA16BA-AF64-CE73-C431-05C09457A5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pic>
        <p:nvPicPr>
          <p:cNvPr id="2" name="Obrázek 1">
            <a:extLst>
              <a:ext uri="{FF2B5EF4-FFF2-40B4-BE49-F238E27FC236}">
                <a16:creationId xmlns:a16="http://schemas.microsoft.com/office/drawing/2014/main" id="{7BD344A9-75AC-C3B4-11C3-EEB38CBF2EB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2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93FF911-3100-5729-35C9-AC8B4CC2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BB41EF6D-612F-4141-B773-45FD49426A98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1C2593E-AFE6-F4BE-3F94-299A7C934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D8FE656-0665-3CDD-7DB1-371763BF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DD172CCD-45F6-9F93-1BC4-94C139E61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" y="954157"/>
            <a:ext cx="11003280" cy="1264257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Title</a:t>
            </a:r>
            <a:endParaRPr lang="cs-CZ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036CB68D-DBEA-D297-CC52-65B95487EDF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0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_twinfi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Zástupný obsah 13" descr="Obsah obrázku Grafika, kruh, skica, umění&#10;&#10;Popis byl vytvořen automaticky">
            <a:extLst>
              <a:ext uri="{FF2B5EF4-FFF2-40B4-BE49-F238E27FC236}">
                <a16:creationId xmlns:a16="http://schemas.microsoft.com/office/drawing/2014/main" id="{042EF7BB-B897-A45F-CEDC-5B968C67D5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388" y="3725762"/>
            <a:ext cx="4557514" cy="2540894"/>
          </a:xfrm>
          <a:prstGeom prst="rect">
            <a:avLst/>
          </a:prstGeom>
        </p:spPr>
      </p:pic>
      <p:sp>
        <p:nvSpPr>
          <p:cNvPr id="7" name="Zástupný symbol pro datum 2">
            <a:extLst>
              <a:ext uri="{FF2B5EF4-FFF2-40B4-BE49-F238E27FC236}">
                <a16:creationId xmlns:a16="http://schemas.microsoft.com/office/drawing/2014/main" id="{3BAC4AD5-AFA8-6321-7F44-B4CD7114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B081075F-85C8-4212-BB20-392B4C77FF1B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9815A633-DF4C-9BFB-0CE2-43F63E81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9" name="Zástupný symbol pro číslo snímku 4">
            <a:extLst>
              <a:ext uri="{FF2B5EF4-FFF2-40B4-BE49-F238E27FC236}">
                <a16:creationId xmlns:a16="http://schemas.microsoft.com/office/drawing/2014/main" id="{192F97EE-B81D-887C-CCD7-21D9CEE7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E6F2A20B-4C0F-31AA-C541-4C6F845F892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83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datum 2">
            <a:extLst>
              <a:ext uri="{FF2B5EF4-FFF2-40B4-BE49-F238E27FC236}">
                <a16:creationId xmlns:a16="http://schemas.microsoft.com/office/drawing/2014/main" id="{3BAC4AD5-AFA8-6321-7F44-B4CD7114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520" y="6356350"/>
            <a:ext cx="2743200" cy="365125"/>
          </a:xfrm>
        </p:spPr>
        <p:txBody>
          <a:bodyPr/>
          <a:lstStyle/>
          <a:p>
            <a:fld id="{6AAEE454-C47F-48CB-A4D8-3C54A5C25D90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9815A633-DF4C-9BFB-0CE2-43F63E81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4760" y="6356350"/>
            <a:ext cx="4114800" cy="365125"/>
          </a:xfrm>
        </p:spPr>
        <p:txBody>
          <a:bodyPr/>
          <a:lstStyle/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9" name="Zástupný symbol pro číslo snímku 4">
            <a:extLst>
              <a:ext uri="{FF2B5EF4-FFF2-40B4-BE49-F238E27FC236}">
                <a16:creationId xmlns:a16="http://schemas.microsoft.com/office/drawing/2014/main" id="{192F97EE-B81D-887C-CCD7-21D9CEE7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fld id="{5CE7320C-7534-484A-9264-A024BE03249C}" type="slidenum">
              <a:rPr lang="sk-SK" smtClean="0"/>
              <a:t>‹#›</a:t>
            </a:fld>
            <a:endParaRPr lang="sk-SK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0F8E71C7-0DFC-EBDC-1FF5-F4552D0D9A1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70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délník 12">
            <a:extLst>
              <a:ext uri="{FF2B5EF4-FFF2-40B4-BE49-F238E27FC236}">
                <a16:creationId xmlns:a16="http://schemas.microsoft.com/office/drawing/2014/main" id="{66149198-ED89-E51F-E2C2-B25DD8C049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008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7FFBF36C-9D9A-7741-3262-B7CF4AB5C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4695" y="1122363"/>
            <a:ext cx="104033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.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AC2375E9-29A1-3416-A002-CDCE10104A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05" y="3602038"/>
            <a:ext cx="1039929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E: info@eosc.cz	W: www.eosc.cz/en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CB14E21-1B6C-0383-517D-2257EB6B7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85" y="173206"/>
            <a:ext cx="2843900" cy="584926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CEA1A8A5-248C-EEB1-8BCA-49165DFCDBD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996" y="6219948"/>
            <a:ext cx="3300984" cy="46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29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>
            <a:extLst>
              <a:ext uri="{FF2B5EF4-FFF2-40B4-BE49-F238E27FC236}">
                <a16:creationId xmlns:a16="http://schemas.microsoft.com/office/drawing/2014/main" id="{5B703FA6-2B55-7A6F-476D-16B1237BAE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0679" y="-39757"/>
            <a:ext cx="12347493" cy="6945465"/>
          </a:xfrm>
          <a:prstGeom prst="rect">
            <a:avLst/>
          </a:prstGeom>
          <a:solidFill>
            <a:srgbClr val="E4E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7FFBF36C-9D9A-7741-3262-B7CF4AB5CE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4695" y="1122363"/>
            <a:ext cx="104033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rgbClr val="008691"/>
                </a:solidFill>
                <a:latin typeface="Quicksand" pitchFamily="2" charset="-18"/>
              </a:defRPr>
            </a:lvl1pPr>
          </a:lstStyle>
          <a:p>
            <a:r>
              <a:rPr lang="cs-CZ" dirty="0" err="1"/>
              <a:t>Thank</a:t>
            </a:r>
            <a:r>
              <a:rPr lang="cs-CZ" dirty="0"/>
              <a:t> </a:t>
            </a:r>
            <a:r>
              <a:rPr lang="cs-CZ" dirty="0" err="1"/>
              <a:t>you</a:t>
            </a:r>
            <a:r>
              <a:rPr lang="cs-CZ" dirty="0"/>
              <a:t>.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AC2375E9-29A1-3416-A002-CDCE10104A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8705" y="3602038"/>
            <a:ext cx="1039929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008691"/>
                </a:solidFill>
                <a:latin typeface="Quicksand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E: info@eosc.cz	W: www.eosc.cz/en</a:t>
            </a:r>
          </a:p>
        </p:txBody>
      </p:sp>
      <p:pic>
        <p:nvPicPr>
          <p:cNvPr id="2" name="Grafický objekt 1">
            <a:extLst>
              <a:ext uri="{FF2B5EF4-FFF2-40B4-BE49-F238E27FC236}">
                <a16:creationId xmlns:a16="http://schemas.microsoft.com/office/drawing/2014/main" id="{3E351A90-CDD7-E2B5-CA51-1D5A896908E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378" y="6213082"/>
            <a:ext cx="3349752" cy="471712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BE517C7D-F83C-A4F6-14AE-E305C0D4E28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379" y="176667"/>
            <a:ext cx="2855506" cy="57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4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8106CF6-A229-54ED-47EA-91EED4EB5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sk-SK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5EB982-5C70-F230-236C-1E2D87714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sk-SK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002877-EE11-4A0D-BA04-7704CBF5C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fld id="{D1AE33DB-2F17-43A1-A09C-C91EC88BE3BB}" type="datetime4">
              <a:rPr lang="en-GB" smtClean="0"/>
              <a:t>18 February 2026</a:t>
            </a:fld>
            <a:endParaRPr lang="sk-SK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3388696-DE0F-2A74-B668-621E77A4C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sk-SK"/>
              <a:t>Presentation name</a:t>
            </a:r>
            <a:endParaRPr lang="sk-SK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B23EF27-68BC-FB94-A2EC-695816511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5CE7320C-7534-484A-9264-A024BE03249C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849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60" r:id="rId4"/>
    <p:sldLayoutId id="2147483652" r:id="rId5"/>
    <p:sldLayoutId id="2147483661" r:id="rId6"/>
    <p:sldLayoutId id="2147483654" r:id="rId7"/>
    <p:sldLayoutId id="2147483662" r:id="rId8"/>
    <p:sldLayoutId id="2147483655" r:id="rId9"/>
    <p:sldLayoutId id="2147483663" r:id="rId10"/>
    <p:sldLayoutId id="2147483656" r:id="rId11"/>
    <p:sldLayoutId id="2147483665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Quicksand" pitchFamily="2" charset="-18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mottl_prez_fzu_202511" TargetMode="External"/><Relationship Id="rId2" Type="http://schemas.openxmlformats.org/officeDocument/2006/relationships/hyperlink" Target="https://github.com/OndrejMottl/VersionControl_FZU_November2025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E01C0F-E69F-D300-A4CA-EEFEFDE99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520" y="3627917"/>
            <a:ext cx="10317480" cy="1655762"/>
          </a:xfrm>
        </p:spPr>
        <p:txBody>
          <a:bodyPr/>
          <a:lstStyle/>
          <a:p>
            <a:pPr fontAlgn="base"/>
            <a:r>
              <a:rPr lang="en-US" dirty="0">
                <a:solidFill>
                  <a:schemeClr val="tx1"/>
                </a:solidFill>
              </a:rPr>
              <a:t>Ondřej Mottl</a:t>
            </a: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November 2025</a:t>
            </a:r>
          </a:p>
          <a:p>
            <a:pPr fontAlgn="base"/>
            <a:r>
              <a:rPr lang="en-US" dirty="0">
                <a:solidFill>
                  <a:schemeClr val="tx1"/>
                </a:solidFill>
              </a:rPr>
              <a:t>FZU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1166340-D814-272D-180B-85CBB5709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38" y="1122363"/>
            <a:ext cx="10317162" cy="2387600"/>
          </a:xfrm>
        </p:spPr>
        <p:txBody>
          <a:bodyPr/>
          <a:lstStyle/>
          <a:p>
            <a:r>
              <a:rPr lang="en-US" dirty="0"/>
              <a:t>Introduction to </a:t>
            </a:r>
            <a:r>
              <a:rPr lang="en-US" b="1" dirty="0"/>
              <a:t>GitHub</a:t>
            </a:r>
            <a:r>
              <a:rPr lang="en-US" dirty="0"/>
              <a:t> and </a:t>
            </a:r>
            <a:r>
              <a:rPr lang="en-US" b="1" dirty="0"/>
              <a:t>Version Control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73021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2D0BD86-B857-D7F8-BAD8-21603361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November 2025</a:t>
            </a:r>
            <a:endParaRPr lang="sk-SK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5B032D7-6A93-2947-F854-285E7938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88456" y="6356350"/>
            <a:ext cx="4927408" cy="365125"/>
          </a:xfrm>
        </p:spPr>
        <p:txBody>
          <a:bodyPr/>
          <a:lstStyle/>
          <a:p>
            <a:r>
              <a:rPr lang="en-US" dirty="0"/>
              <a:t>Introduction to </a:t>
            </a:r>
            <a:r>
              <a:rPr lang="en-US" b="1" dirty="0"/>
              <a:t>GitHub</a:t>
            </a:r>
            <a:r>
              <a:rPr lang="en-US" dirty="0"/>
              <a:t> and </a:t>
            </a:r>
            <a:r>
              <a:rPr lang="en-US" b="1" dirty="0"/>
              <a:t>Version Control</a:t>
            </a:r>
            <a:endParaRPr lang="sk-SK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C6A317B-8F6B-8B89-F8ED-BFA1733F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7320C-7534-484A-9264-A024BE03249C}" type="slidenum">
              <a:rPr lang="sk-SK" smtClean="0"/>
              <a:t>2</a:t>
            </a:fld>
            <a:endParaRPr lang="sk-SK"/>
          </a:p>
        </p:txBody>
      </p:sp>
      <p:sp>
        <p:nvSpPr>
          <p:cNvPr id="6" name="Nadpis 5">
            <a:extLst>
              <a:ext uri="{FF2B5EF4-FFF2-40B4-BE49-F238E27FC236}">
                <a16:creationId xmlns:a16="http://schemas.microsoft.com/office/drawing/2014/main" id="{6C4207EB-A24C-F0EF-5567-C618550D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The practical workshop materials</a:t>
            </a:r>
            <a:endParaRPr lang="sk-SK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A80CA4-2521-E6AC-B583-A86D92E64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😸Code on GitHub: </a:t>
            </a:r>
            <a:r>
              <a:rPr lang="en-US" sz="3600" dirty="0" err="1">
                <a:hlinkClick r:id="rId2"/>
              </a:rPr>
              <a:t>OndrejMottl</a:t>
            </a:r>
            <a:r>
              <a:rPr lang="en-US" sz="3600" dirty="0">
                <a:hlinkClick r:id="rId2"/>
              </a:rPr>
              <a:t>/VersionControl_FZU_November2025</a:t>
            </a: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🖼️Slides: </a:t>
            </a:r>
            <a:r>
              <a:rPr lang="en-US" sz="3600" dirty="0">
                <a:hlinkClick r:id="rId3"/>
              </a:rPr>
              <a:t>bit.ly/mottl_prez_fzu_202511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95406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AE1EFD-5362-C47D-EE73-6CB61BD067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287DC7D-116E-B66B-4FE9-C45AA64ED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761363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lastní 1">
      <a:majorFont>
        <a:latin typeface="Quicksan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5a631a-9523-4ddb-aeaa-1630ff816cb5">
      <Terms xmlns="http://schemas.microsoft.com/office/infopath/2007/PartnerControls"/>
    </lcf76f155ced4ddcb4097134ff3c332f>
    <TaxCatchAll xmlns="13556fe8-3232-413b-9336-036b48b41d7e" xsi:nil="true"/>
    <hotovo_x003f_ xmlns="0a5a631a-9523-4ddb-aeaa-1630ff816c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0828419A42BD479A40D9DF94C19A03" ma:contentTypeVersion="17" ma:contentTypeDescription="Vytvoří nový dokument" ma:contentTypeScope="" ma:versionID="4649977c64b7b6dfedd25dac416512ee">
  <xsd:schema xmlns:xsd="http://www.w3.org/2001/XMLSchema" xmlns:xs="http://www.w3.org/2001/XMLSchema" xmlns:p="http://schemas.microsoft.com/office/2006/metadata/properties" xmlns:ns2="0a5a631a-9523-4ddb-aeaa-1630ff816cb5" xmlns:ns3="13556fe8-3232-413b-9336-036b48b41d7e" targetNamespace="http://schemas.microsoft.com/office/2006/metadata/properties" ma:root="true" ma:fieldsID="4323498f3d1d9c16cc5de84c6897c0b2" ns2:_="" ns3:_="">
    <xsd:import namespace="0a5a631a-9523-4ddb-aeaa-1630ff816cb5"/>
    <xsd:import namespace="13556fe8-3232-413b-9336-036b48b41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hotovo_x003f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a631a-9523-4ddb-aeaa-1630ff816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05144c32-5194-445f-8fa8-b47f4d440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otovo_x003f_" ma:index="23" nillable="true" ma:displayName="hotovo?" ma:format="Dropdown" ma:internalName="hotovo_x003f_">
      <xsd:simpleType>
        <xsd:restriction base="dms:Choice">
          <xsd:enumeration value="Volba 1"/>
          <xsd:enumeration value="Volba 2"/>
          <xsd:enumeration value="Volba 3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56fe8-3232-413b-9336-036b48b41d7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8bfd21b4-195d-4a50-9279-5da02a667bb6}" ma:internalName="TaxCatchAll" ma:showField="CatchAllData" ma:web="13556fe8-3232-413b-9336-036b48b41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21456C-73EA-49E5-A268-EE7DFD4DD2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01431C-0AC0-432D-B169-FFC21C937668}">
  <ds:schemaRefs>
    <ds:schemaRef ds:uri="http://schemas.microsoft.com/office/2006/metadata/properties"/>
    <ds:schemaRef ds:uri="http://schemas.microsoft.com/office/infopath/2007/PartnerControls"/>
    <ds:schemaRef ds:uri="0a5a631a-9523-4ddb-aeaa-1630ff816cb5"/>
    <ds:schemaRef ds:uri="13556fe8-3232-413b-9336-036b48b41d7e"/>
  </ds:schemaRefs>
</ds:datastoreItem>
</file>

<file path=customXml/itemProps3.xml><?xml version="1.0" encoding="utf-8"?>
<ds:datastoreItem xmlns:ds="http://schemas.openxmlformats.org/officeDocument/2006/customXml" ds:itemID="{D1BE1EC6-5B51-47AF-AE52-CF56AD310F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5a631a-9523-4ddb-aeaa-1630ff816cb5"/>
    <ds:schemaRef ds:uri="13556fe8-3232-413b-9336-036b48b41d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1904f23-f0db-4cdc-96f7-390bd55fcee8}" enabled="0" method="" siteId="{11904f23-f0db-4cdc-96f7-390bd55fcee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50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Quicksand</vt:lpstr>
      <vt:lpstr>Roboto</vt:lpstr>
      <vt:lpstr>Motiv Office</vt:lpstr>
      <vt:lpstr>Introduction to GitHub and Version Control</vt:lpstr>
      <vt:lpstr>The practical workshop materials</vt:lpstr>
      <vt:lpstr>PowerPoint Presentation</vt:lpstr>
    </vt:vector>
  </TitlesOfParts>
  <Company>Masarykova univerzita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Dominika Králiková</dc:creator>
  <cp:lastModifiedBy>Mottl Ondřej</cp:lastModifiedBy>
  <cp:revision>5</cp:revision>
  <dcterms:created xsi:type="dcterms:W3CDTF">2023-10-24T13:29:14Z</dcterms:created>
  <dcterms:modified xsi:type="dcterms:W3CDTF">2026-02-18T14:25:53Z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0x010100970828419A42BD479A40D9DF94C19A03</vt:lpwstr>
  </property>
  <property fmtid="{D5CDD505-2E9C-101B-9397-08002B2CF9AE}" pid="3" name="MediaServiceImageTags">
    <vt:lpwstr/>
  </property>
</Properties>
</file>